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Entretiens - Algorithmes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aux Entretiens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Algorithmes &amp; Structures de donnees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E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aborder un probleme de code, les 11 patterns essentiels, et les pieges a eviter.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cours + une fiche a imprimer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11 patterns couverts dans ce cours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Hash Map / Dictionnaire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Hash Set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Two Pointers (deux pointeurs)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Sliding Window (fenetre glissante)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Prefix Sum (somme prefixee)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Sorting (tri)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Binary Search (dichotomie)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Stack (pile LIFO)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 Monotonic Stack (pile monotone)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Backtracking (retour sur trace)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Linked List (liste chainee)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 Methode &amp; fiche recap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Methode : comment coder en entretien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jamais foncer sur le clavier - suivre les 6 etapes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Comprendre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328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Reformuler l'enonce, clarifier les contraintes (taille, valeurs, doublons, tri ?).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Exemples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Ecrire 1-2 exemples a la main, y compris les cas limites (vide, 1 element).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Force brute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Enoncer la solution naive et sa complexite. Toujours avoir une base.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Optimiser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Chercher le pattern : structure de donnees ? invariant ? tri prealable 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4754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Ecrire proprement en parlant a voix haute. Nommer clairement les variables.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Tester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5577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Derouler le code sur un exemple, verifier les cas limites, corriger.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Hash Map / Dictionnaire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 cle -&gt; valeur en O(1) moyen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Compter des frequences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Retrouver un complement deja vu (Two Sum)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Grouper des elements par cle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Memoriser des indices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 / insertion : O(1) moyen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Sum (LC 1)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Anagrams (LC 49)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K Frequent (LC 347)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two_sum(nums, target):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 = {}                      # valeur -&gt; indice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x in enumerate(nums):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target - x in seen: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[seen[target - x], i]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seen[x] = i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Hash 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Appartenance et unicite en O(1) moyen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Tester l'appartenance rapidement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Detecter les doublons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elements deja visites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/ add : O(1) moyen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Contains Duplicate (LC 217)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Longest Consecutive (LC 128)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Happy Number (LC 202)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has_duplicate(nums):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 = set()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nums: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x in seen: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seen.add(x)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Two Pointers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indices qui avancent selon une regle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trie : chercher une paire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Palindrome / inversion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Rapide/lent (cycle, milieu)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: O(n)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Palindrome (LC 125)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Sum II (LC 167)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3Sum (LC 15)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two_sum_sorted(nums, target):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left, right = 0, len(nums) - 1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left &lt; right: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= nums[left] + nums[right]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 == target: return [left, right]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 &lt; target:  left +=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right -=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Sliding Window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fenetre [left, right] qu'on ajuste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Sous-tableau / sous-chaine contigu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Longueur min/max sous contrainte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Fenetre de taille fixe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: O(n)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O(1) ou O(k)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Longest Substring (LC 3)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 Size Subarray (LC 209)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Anagrams (LC 438)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longest_unique(s):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 = {}; left = best = 0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right, ch in enumerate(s):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 in last and last[ch] &gt;= left: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left = last[ch] + 1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last[ch] = right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max(best, right - left + 1)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Prefix Sum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Somme d'un intervalle en O(1) apres pre-calcul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Nombreuses requetes de somme sur intervalle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Sous-tableau de somme donnee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avec un hash 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Pre-calcul : O(n)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Requete : O(1)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 Sum Query (LC 303)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Subarray Sum = K (LC 560)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Pivot Index (LC 724)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subarray_sum_k(nums, k):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0; running = 0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 = {0: 1}              # somme -&gt; nb d'occurrences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nums: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 += x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seen.get(running - k, 0)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seen[running] = seen.get(running, 0) + 1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Sorting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Trier pour reveler la structure du probleme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Regrouper / detecter des doublons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Intervalles a fusionner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Prealable au two-pointers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 : O(n log 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O(n) ou O(1)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Intervals (LC 56)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Rooms (LC 252)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Largest Number (LC 179)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merge_intervals(intervals):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intervals.sort(key=lambda p: p[0])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 = []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start, end in intervals: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 and start &lt;= res[-1][1]: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res[-1][1] = max(res[-1][1], end)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res.append([start, end])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Binary 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Diviser un espace trie / monotone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trie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Reponse monotone (predicat vrai/faux)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Chercher la 1re/derniere position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: O(log 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 (LC 704)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Rotated (LC 33)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Koko Bananas (LC 875)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binary_search(nums, target):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left, right = 0, len(nums) - 1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left &lt;= right: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left + (right - left) // 2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nums[mid] == target: return mid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nums[mid] &lt; target:  left = mid + 1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     right = mid - 1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Stack (pile LIFO)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In, First Out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Parentheses / expressions equilibrees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Parsing, evaluation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DFS iteratif, annuler/refaire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/ pop : O(1)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Parentheses (LC 20)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 Stack (LC 155)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 RPN (LC 150)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valid_parentheses(s):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 = {")": "(", "]": "[", "}": "{"}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s: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 in pairs: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stack or stack.pop() != pairs[c]: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stack.append(c)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not stack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Monotonic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Pile toujours croissante ou decroissante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Prochain plus grand / plus petit element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Histogramme, eaux de pluie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Spans boursiers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: O(n)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Temperatures (LC 739)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Greater (LC 496)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Largest Rectangle (LC 84)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daily_temperatures(temps):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 = [0] * len(temps)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                    # indices, temps decroissantes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t in enumerate(temps):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stack and temps[stack[-1]] &lt; t: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= stack.pop()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res[j] = i - j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stack.append(i)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Backtracking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Explorer, choisir, annuler (backtrack)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combinaisons / permutations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Sous-ensembles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Contraintes (Sudoku, N-Queens)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Souvent O(2^n) ou O(n!)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O(n) pile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Subsets (LC 78)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Permutations (LC 46)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Combination Sum (LC 39)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subsets(nums):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res, path = [], []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backtrack(start):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res.append(path[:])       # copie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range(start, len(nums)):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path.append(nums[i])  # choisir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backtrack(i + 1)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path.pop()            # annuler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backtrack(0)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Linked 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Noeuds .val / .next - attention aux edge cases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Inverser, detecter un cycle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Fusionner deux listes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Supprimer le n-ieme depuis la fin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Parcours : O(n)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Problemes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 List (LC 206)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List Cycle (LC 141)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Two Lists (LC 21)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0B1E33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reverse_list(head):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 = None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 = head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curr: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nxt = curr.next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curr.next = prev          # inverser le lien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 = curr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 = nxt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Recapitulatif des complexites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memoriser avant l'entretien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554480"/>
          <a:ext cx="94183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Espace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Hash Map / Set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 moyen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Pointers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Sliding Window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Prefix Sum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 / O(1)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Search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Stack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Monotonic Stack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Backtracking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O(2^n) / O(n!)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Linked List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Conseils pour le jour J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code n'est que la moitie de l'evaluation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Parle a voix haute : l'examinateur note ton raisonnement, pas seulement la solution.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Clarifie AVANT de coder : contraintes, types, doublons, ordre, taille des donnees.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Annonce ta complexite (temps + espace) et cherche a l'ameliorer.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 les cas limites : liste vide, un seul element, valeurs negatives, debordement.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Nomme clairement tes variables ; code lisible &gt; code astucieux.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tu bloques : reviens a la force brute, puis optimise pas a pas.</a:t>
            </a:r>
            <a:endParaRPr lang="en-US" sz="16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 ton code a la main sur un exemple avant de dire 'c'est bon'.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379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9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16</Slides>
	<Notes>16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16</vt:i4></vt:variant>
		</vt:vector>
	</HeadingPairs>
	<TitlesOfParts>
		<vt:vector size="19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
		</vt:vector>
	</TitlesOfParts>
	<Company>Algorithmes & Structures de donnees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Preparation Entretiens - Algorithmes</dc:title>
  <dc:subject>PptxGenJS Presentation</dc:subject>
  <dc:creator>Preparation entretiens</dc:creator>
  <cp:lastModifiedBy>Preparation entretiens</cp:lastModifiedBy>
  <cp:revision>1</cp:revision>
  <dcterms:created xsi:type="dcterms:W3CDTF">2026-07-10T15:13:15Z</dcterms:created>
  <dcterms:modified xsi:type="dcterms:W3CDTF">2026-07-10T15:13:15Z</dcterms:modified>
</cp:coreProperties>
</file>