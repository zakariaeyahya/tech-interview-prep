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301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4445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-1755648" y="3182112"/>
            <a:ext cx="4974336" cy="4974336"/>
          </a:xfrm>
          <a:prstGeom prst="ellipse">
            <a:avLst/>
          </a:prstGeom>
          <a:solidFill>
            <a:srgbClr val="F5842A">
              <a:alpha val="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243584" y="3694176"/>
            <a:ext cx="3950208" cy="3950208"/>
          </a:xfrm>
          <a:prstGeom prst="ellipse">
            <a:avLst/>
          </a:prstGeom>
          <a:solidFill>
            <a:srgbClr val="F5842A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4206240"/>
            <a:ext cx="2926080" cy="2926080"/>
          </a:xfrm>
          <a:prstGeom prst="ellipse">
            <a:avLst/>
          </a:prstGeom>
          <a:solidFill>
            <a:srgbClr val="F5842A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54896" y="-1700784"/>
            <a:ext cx="5596128" cy="5596128"/>
          </a:xfrm>
          <a:prstGeom prst="ellipse">
            <a:avLst/>
          </a:prstGeom>
          <a:solidFill>
            <a:srgbClr val="35C4E8">
              <a:alpha val="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30968" y="-1124712"/>
            <a:ext cx="4443984" cy="4443984"/>
          </a:xfrm>
          <a:prstGeom prst="ellipse">
            <a:avLst/>
          </a:prstGeom>
          <a:solidFill>
            <a:srgbClr val="35C4E8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0" y="-548640"/>
            <a:ext cx="3291840" cy="3291840"/>
          </a:xfrm>
          <a:prstGeom prst="ellipse">
            <a:avLst/>
          </a:prstGeom>
          <a:solidFill>
            <a:srgbClr val="35C4E8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02352" y="4736592"/>
            <a:ext cx="2962656" cy="2962656"/>
          </a:xfrm>
          <a:prstGeom prst="ellipse">
            <a:avLst/>
          </a:prstGeom>
          <a:solidFill>
            <a:srgbClr val="F5842A">
              <a:alpha val="7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5120640"/>
            <a:ext cx="2194560" cy="2194560"/>
          </a:xfrm>
          <a:prstGeom prst="ellipse">
            <a:avLst/>
          </a:prstGeom>
          <a:solidFill>
            <a:srgbClr val="F5842A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0" y="4937760"/>
            <a:ext cx="2377440" cy="2377440"/>
          </a:xfrm>
          <a:prstGeom prst="ellipse">
            <a:avLst/>
          </a:prstGeom>
          <a:solidFill>
            <a:srgbClr val="081627">
              <a:alpha val="0"/>
            </a:srgbClr>
          </a:solidFill>
          <a:ln w="15875">
            <a:solidFill>
              <a:srgbClr val="35C4E8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881360" y="5394960"/>
            <a:ext cx="1554480" cy="1554480"/>
          </a:xfrm>
          <a:prstGeom prst="ellipse">
            <a:avLst/>
          </a:prstGeom>
          <a:solidFill>
            <a:srgbClr val="081627">
              <a:alpha val="0"/>
            </a:srgbClr>
          </a:solidFill>
          <a:ln w="15875">
            <a:solidFill>
              <a:srgbClr val="F5842A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-457200" y="182880"/>
            <a:ext cx="1737360" cy="1737360"/>
          </a:xfrm>
          <a:prstGeom prst="ellipse">
            <a:avLst/>
          </a:prstGeom>
          <a:solidFill>
            <a:srgbClr val="081627">
              <a:alpha val="0"/>
            </a:srgbClr>
          </a:solidFill>
          <a:ln w="15875">
            <a:solidFill>
              <a:srgbClr val="35C4E8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75720" y="1051560"/>
            <a:ext cx="109728" cy="109728"/>
          </a:xfrm>
          <a:prstGeom prst="ellipse">
            <a:avLst/>
          </a:prstGeom>
          <a:solidFill>
            <a:srgbClr val="35C4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6080760"/>
            <a:ext cx="91440" cy="91440"/>
          </a:xfrm>
          <a:prstGeom prst="ellipse">
            <a:avLst/>
          </a:prstGeom>
          <a:solidFill>
            <a:srgbClr val="F584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795760" y="5852160"/>
            <a:ext cx="82296" cy="82296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0520" y="548640"/>
            <a:ext cx="73152" cy="73152"/>
          </a:xfrm>
          <a:prstGeom prst="ellipse">
            <a:avLst/>
          </a:prstGeom>
          <a:solidFill>
            <a:srgbClr val="35C4E8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67528" y="256032"/>
            <a:ext cx="1463040" cy="41148"/>
          </a:xfrm>
          <a:prstGeom prst="rect">
            <a:avLst/>
          </a:prstGeom>
          <a:solidFill>
            <a:srgbClr val="F584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65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ENGINEER AND GENAI ENGINEER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4400" y="987552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kern="0" spc="400" dirty="0">
                <a:solidFill>
                  <a:srgbClr val="35C4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ZAKARIAE YAHYA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30352" y="1719072"/>
            <a:ext cx="3236976" cy="3831336"/>
          </a:xfrm>
          <a:prstGeom prst="roundRect">
            <a:avLst>
              <a:gd name="adj" fmla="val 5650"/>
            </a:avLst>
          </a:prstGeom>
          <a:solidFill>
            <a:srgbClr val="F5842A">
              <a:alpha val="22000"/>
            </a:srgbClr>
          </a:solidFill>
          <a:ln w="19050">
            <a:solidFill>
              <a:srgbClr val="F5842A">
                <a:alpha val="60000"/>
              </a:srgbClr>
            </a:solidFill>
            <a:prstDash val="solid"/>
          </a:ln>
        </p:spPr>
      </p:sp>
      <p:pic>
        <p:nvPicPr>
          <p:cNvPr id="22" name="Image 0" descr="C:\Users\Grossiste PC\Downloads\Photo 15877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828800"/>
            <a:ext cx="3017520" cy="3611880"/>
          </a:xfrm>
          <a:prstGeom prst="ellipse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3630168" y="3108960"/>
            <a:ext cx="128016" cy="128016"/>
          </a:xfrm>
          <a:prstGeom prst="ellipse">
            <a:avLst/>
          </a:prstGeom>
          <a:solidFill>
            <a:srgbClr val="F584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630168" y="3931920"/>
            <a:ext cx="128016" cy="128016"/>
          </a:xfrm>
          <a:prstGeom prst="ellipse">
            <a:avLst/>
          </a:prstGeom>
          <a:solidFill>
            <a:srgbClr val="35C4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703320" y="3172968"/>
            <a:ext cx="502920" cy="18288"/>
          </a:xfrm>
          <a:prstGeom prst="rect">
            <a:avLst/>
          </a:prstGeom>
          <a:solidFill>
            <a:srgbClr val="3A5B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187952" y="2651760"/>
            <a:ext cx="18288" cy="548640"/>
          </a:xfrm>
          <a:prstGeom prst="rect">
            <a:avLst/>
          </a:prstGeom>
          <a:solidFill>
            <a:srgbClr val="3A5B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87952" y="2651760"/>
            <a:ext cx="320040" cy="18288"/>
          </a:xfrm>
          <a:prstGeom prst="rect">
            <a:avLst/>
          </a:prstGeom>
          <a:solidFill>
            <a:srgbClr val="3A5B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480560" y="2606040"/>
            <a:ext cx="91440" cy="91440"/>
          </a:xfrm>
          <a:prstGeom prst="ellipse">
            <a:avLst/>
          </a:prstGeom>
          <a:solidFill>
            <a:srgbClr val="35C4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703320" y="3995928"/>
            <a:ext cx="502920" cy="18288"/>
          </a:xfrm>
          <a:prstGeom prst="rect">
            <a:avLst/>
          </a:prstGeom>
          <a:solidFill>
            <a:srgbClr val="3A5B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187952" y="3995928"/>
            <a:ext cx="18288" cy="548640"/>
          </a:xfrm>
          <a:prstGeom prst="rect">
            <a:avLst/>
          </a:prstGeom>
          <a:solidFill>
            <a:srgbClr val="3A5B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87952" y="4526280"/>
            <a:ext cx="320040" cy="18288"/>
          </a:xfrm>
          <a:prstGeom prst="rect">
            <a:avLst/>
          </a:prstGeom>
          <a:solidFill>
            <a:srgbClr val="3A5B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80560" y="4480560"/>
            <a:ext cx="91440" cy="91440"/>
          </a:xfrm>
          <a:prstGeom prst="ellipse">
            <a:avLst/>
          </a:prstGeom>
          <a:solidFill>
            <a:srgbClr val="F584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88536" y="1682496"/>
            <a:ext cx="7516368" cy="3035808"/>
          </a:xfrm>
          <a:prstGeom prst="roundRect">
            <a:avLst>
              <a:gd name="adj" fmla="val 4819"/>
            </a:avLst>
          </a:prstGeom>
          <a:solidFill>
            <a:srgbClr val="35C4E8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343400" y="1737360"/>
            <a:ext cx="7406640" cy="2926080"/>
          </a:xfrm>
          <a:prstGeom prst="roundRect">
            <a:avLst>
              <a:gd name="adj" fmla="val 4375"/>
            </a:avLst>
          </a:prstGeom>
          <a:solidFill>
            <a:srgbClr val="16273F">
              <a:alpha val="85000"/>
            </a:srgbClr>
          </a:solidFill>
          <a:ln w="15875">
            <a:solidFill>
              <a:srgbClr val="2E446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18304" y="2029968"/>
            <a:ext cx="1170432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36" name="Image 1" descr="C:\Users\Grossiste PC\Downloads\spark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82896" y="2194560"/>
            <a:ext cx="841248" cy="84124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4581144" y="3255264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Spark</a:t>
            </a:r>
            <a:endParaRPr lang="en-US" sz="1100" dirty="0"/>
          </a:p>
        </p:txBody>
      </p:sp>
      <p:sp>
        <p:nvSpPr>
          <p:cNvPr id="38" name="Shape 34"/>
          <p:cNvSpPr/>
          <p:nvPr/>
        </p:nvSpPr>
        <p:spPr>
          <a:xfrm>
            <a:off x="6089904" y="2029968"/>
            <a:ext cx="1170432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39" name="Image 2" descr="C:\Users\Grossiste PC\Downloads\databrick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54496" y="2194560"/>
            <a:ext cx="841248" cy="84124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5952744" y="3255264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7461504" y="2029968"/>
            <a:ext cx="1170432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3" name="Text 37"/>
          <p:cNvSpPr/>
          <p:nvPr/>
        </p:nvSpPr>
        <p:spPr>
          <a:xfrm>
            <a:off x="7324344" y="3255264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44" name="Shape 38"/>
          <p:cNvSpPr/>
          <p:nvPr/>
        </p:nvSpPr>
        <p:spPr>
          <a:xfrm>
            <a:off x="8833104" y="2029968"/>
            <a:ext cx="1170432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45" name="Image 4" descr="C:\Users\Grossiste PC\Downloads\tensorflow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997696" y="2194560"/>
            <a:ext cx="841248" cy="841248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8695944" y="3255264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TensorFlow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10204704" y="2029968"/>
            <a:ext cx="1170432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38100" dir="54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48" name="Image 5" descr="C:\Users\Grossiste PC\Downloads\incon\Spring_Boot.svg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369296" y="2194560"/>
            <a:ext cx="841248" cy="84124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10067544" y="3255264"/>
            <a:ext cx="14447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50" name="Shape 42"/>
          <p:cNvSpPr/>
          <p:nvPr/>
        </p:nvSpPr>
        <p:spPr>
          <a:xfrm>
            <a:off x="5257800" y="4096512"/>
            <a:ext cx="5577840" cy="10973"/>
          </a:xfrm>
          <a:prstGeom prst="rect">
            <a:avLst/>
          </a:prstGeom>
          <a:solidFill>
            <a:srgbClr val="2E44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4343400" y="42062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PIPELINES  |  RAG  |  LLM  |  AGENTS</a:t>
            </a:r>
            <a:endParaRPr lang="en-US" sz="1500" dirty="0"/>
          </a:p>
        </p:txBody>
      </p:sp>
      <p:sp>
        <p:nvSpPr>
          <p:cNvPr id="52" name="Shape 44"/>
          <p:cNvSpPr/>
          <p:nvPr/>
        </p:nvSpPr>
        <p:spPr>
          <a:xfrm>
            <a:off x="658368" y="5504688"/>
            <a:ext cx="54864" cy="566928"/>
          </a:xfrm>
          <a:prstGeom prst="rect">
            <a:avLst/>
          </a:prstGeom>
          <a:solidFill>
            <a:srgbClr val="F584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868680" y="5486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Zakariae Yahya</a:t>
            </a:r>
            <a:endParaRPr lang="en-US" sz="2500" dirty="0"/>
          </a:p>
        </p:txBody>
      </p:sp>
      <p:sp>
        <p:nvSpPr>
          <p:cNvPr id="54" name="Text 46"/>
          <p:cNvSpPr/>
          <p:nvPr/>
        </p:nvSpPr>
        <p:spPr>
          <a:xfrm>
            <a:off x="896112" y="59618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84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00" dirty="0">
                <a:solidFill>
                  <a:srgbClr val="AEBB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Maroc  |  Remote</a:t>
            </a:r>
            <a:endParaRPr lang="en-US" sz="1300" dirty="0"/>
          </a:p>
        </p:txBody>
      </p:sp>
      <p:pic>
        <p:nvPicPr>
          <p:cNvPr id="57" name="Image 56">
            <a:extLst>
              <a:ext uri="{FF2B5EF4-FFF2-40B4-BE49-F238E27FC236}">
                <a16:creationId xmlns:a16="http://schemas.microsoft.com/office/drawing/2014/main" id="{9E691F3A-6C9A-6CFE-A682-F0237BA291E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97" t="1416" r="71806" b="2829"/>
          <a:stretch/>
        </p:blipFill>
        <p:spPr>
          <a:xfrm>
            <a:off x="7513054" y="2390744"/>
            <a:ext cx="1094748" cy="6827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28</Words>
  <Application>Microsoft Office PowerPoint</Application>
  <PresentationFormat>Grand écran</PresentationFormat>
  <Paragraphs>11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Segoe UI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Carte de visite - Zakariae Yahya</dc:title>
  <dc:subject>PptxGenJS Presentation</dc:subject>
  <dc:creator>Zakariae Yahya</dc:creator>
  <cp:lastModifiedBy>ZAKARIAE YAHYA</cp:lastModifiedBy>
  <cp:revision>2</cp:revision>
  <dcterms:created xsi:type="dcterms:W3CDTF">2026-07-11T13:29:00Z</dcterms:created>
  <dcterms:modified xsi:type="dcterms:W3CDTF">2026-07-11T13:58:34Z</dcterms:modified>
</cp:coreProperties>
</file>